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 · Mi Market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 · Herramienta Mi Market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HERRAMIENTA MI MARKET</a:t>
            </a:r>
          </a:p>
          <a:p>
            <a:r>
              <a:t>Correo Corporativo</a:t>
            </a:r>
          </a:p>
          <a:p>
            <a:r>
              <a:t>INICIO DE SESIÓN</a:t>
            </a:r>
          </a:p>
          <a:p>
            <a:r>
              <a:t>Toma de pedido en conjunto con el cliente</a:t>
            </a:r>
          </a:p>
          <a:p>
            <a:r>
              <a:t>PEDIDO COLABORATIVO</a:t>
            </a:r>
          </a:p>
          <a:p>
            <a:r>
              <a:t>Asignación de descuento PVP</a:t>
            </a:r>
          </a:p>
          <a:p>
            <a:r>
              <a:t>CLICKEABLES</a:t>
            </a:r>
          </a:p>
          <a:p>
            <a:r>
              <a:t>Visualizar pedidos en curso y liquidados </a:t>
            </a:r>
          </a:p>
          <a:p>
            <a:r>
              <a:t>HISTORIAL DE PEDIDOS</a:t>
            </a:r>
          </a:p>
          <a:p>
            <a:r>
              <a:t>Lista de pedidos</a:t>
            </a:r>
          </a:p>
          <a:p>
            <a:r>
              <a:t>confirmados para </a:t>
            </a:r>
          </a:p>
          <a:p>
            <a:r>
              <a:t>entrega del día</a:t>
            </a:r>
          </a:p>
          <a:p>
            <a:r>
              <a:t>ENTREGAS DEL DÍA</a:t>
            </a:r>
          </a:p>
          <a:p>
            <a:r>
              <a:t>Visualizar historial y crear requerimientos</a:t>
            </a:r>
          </a:p>
          <a:p>
            <a:r>
              <a:t>SOLICITUDES / CM</a:t>
            </a:r>
          </a:p>
          <a:p>
            <a:r>
              <a:t>Más amigable</a:t>
            </a:r>
          </a:p>
          <a:p>
            <a:r>
              <a:t>CAMBIAR RUTA</a:t>
            </a:r>
          </a:p>
          <a:p>
            <a:r>
              <a:t>Cumplimiento actual vs proyectado</a:t>
            </a:r>
          </a:p>
          <a:p>
            <a:r>
              <a:t>AVANCE DE METAS</a:t>
            </a:r>
          </a:p>
          <a:p>
            <a:r>
              <a:t>Integrado con SAP</a:t>
            </a:r>
          </a:p>
          <a:p>
            <a:r>
              <a:t>VISITAS DEL DÍA</a:t>
            </a:r>
          </a:p>
          <a:p>
            <a:r>
              <a:t>Visualización SKU faltantes</a:t>
            </a:r>
          </a:p>
          <a:p>
            <a:r>
              <a:t>FOTO DE ÉXITO</a:t>
            </a:r>
          </a:p>
          <a:p>
            <a:r>
              <a:t>Visualización SKU faltantes</a:t>
            </a:r>
          </a:p>
          <a:p>
            <a:r>
              <a:t>COBERTURAS COMBINADAS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 · Validación de Intune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¿CÓMO VALIDO SI INTUNE ESTÁ ACTUALIZADO?</a:t>
            </a:r>
          </a:p>
          <a:p>
            <a:r>
              <a:t>Busca la aplicación Intune o Portal de Empresas</a:t>
            </a:r>
          </a:p>
          <a:p>
            <a:r>
              <a:t>Selecciona tu equipo</a:t>
            </a:r>
          </a:p>
          <a:p>
            <a:r>
              <a:t>Esta fecha tiene que estar actualizada al mes en curso. Si no es así, pincha en “Comprobar configuración del dispositivo”</a:t>
            </a:r>
          </a:p>
          <a:p>
            <a:r>
              <a:t>¡Y Listo!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4 · Inicio de sesión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Nombre del </a:t>
            </a:r>
          </a:p>
          <a:p>
            <a:r>
              <a:t>Vendedor</a:t>
            </a:r>
          </a:p>
          <a:p>
            <a:r>
              <a:t>Debes contar con tu correo coorporativo activo</a:t>
            </a:r>
          </a:p>
          <a:p>
            <a:r>
              <a:t>La contraseña se cambia cada tres meses</a:t>
            </a:r>
          </a:p>
          <a:p/>
          <a:p>
            <a:r>
              <a:t>¿CÓMO INICIAMOS SESIÓN?</a:t>
            </a:r>
          </a:p>
          <a:p>
            <a:r>
              <a:t>Menú</a:t>
            </a:r>
          </a:p>
          <a:p>
            <a:r>
              <a:t>Ruta</a:t>
            </a:r>
          </a:p>
          <a:p>
            <a:r>
              <a:t>Intune: Permite tener tu versión de Mi Market actualizada</a:t>
            </a:r>
          </a:p>
          <a:p>
            <a:r>
              <a:t>Aunthenticator: Entrega seguridad en los datos</a:t>
            </a:r>
          </a:p>
          <a:p>
            <a:r>
              <a:t>El dispositivo de la compañía tiene que tener siempre actualizado: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5 · Huella y descarga de datos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Considerar que debes de tener INTERNET al menos 3 minutos para realizar la carga del día</a:t>
            </a:r>
          </a:p>
          <a:p>
            <a:r>
              <a:t>Realiza la carga antes de salir a ruta, para que la herramienta quede operativa al 100%</a:t>
            </a:r>
          </a:p>
          <a:p>
            <a:r>
              <a:t>Cuando ingreses a un cliente del listado “Todos”, te aparecerá un mensaje</a:t>
            </a:r>
          </a:p>
          <a:p>
            <a:r>
              <a:t>La carga de datos corresponde  a los clientes de toda la ruta</a:t>
            </a:r>
          </a:p>
          <a:p>
            <a:r>
              <a:t>Verifica tu ruta</a:t>
            </a:r>
          </a:p>
          <a:p>
            <a:r>
              <a:t>Configura tu huella</a:t>
            </a:r>
          </a:p>
          <a:p>
            <a:r>
              <a:t>ACTIVAR HUELLA DIGITAL Y DESCARGA DE DATOS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6 · Inicio y programación de entrega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Real Power Bi</a:t>
            </a:r>
          </a:p>
          <a:p>
            <a:r>
              <a:t>Tendencial Power Bi</a:t>
            </a:r>
          </a:p>
          <a:p>
            <a:r>
              <a:t>Avance de presupuesto</a:t>
            </a:r>
          </a:p>
          <a:p>
            <a:r>
              <a:t>Estado de la entrega</a:t>
            </a:r>
          </a:p>
          <a:p>
            <a:r>
              <a:t>Info. del transporte</a:t>
            </a:r>
          </a:p>
          <a:p>
            <a:r>
              <a:t>INICIO</a:t>
            </a:r>
          </a:p>
          <a:p>
            <a:r>
              <a:t>Buscador</a:t>
            </a:r>
          </a:p>
          <a:p>
            <a:r>
              <a:t>PROGRAMACIÓN DE ENTREGA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7 · Cartera de clientes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Edf </a:t>
            </a:r>
          </a:p>
          <a:p>
            <a:r>
              <a:t>censados</a:t>
            </a:r>
          </a:p>
          <a:p>
            <a:r>
              <a:t>Misiones</a:t>
            </a:r>
          </a:p>
          <a:p>
            <a:r>
              <a:t>Guiadas</a:t>
            </a:r>
          </a:p>
          <a:p>
            <a:r>
              <a:t>CARTERA DE CLIENTES</a:t>
            </a:r>
          </a:p>
          <a:p>
            <a:r>
              <a:t>Clientes con bloqueo en algunas categorías</a:t>
            </a:r>
          </a:p>
          <a:p>
            <a:r>
              <a:t>Clientes con censo de equipos de frío realizados</a:t>
            </a:r>
          </a:p>
          <a:p>
            <a:r>
              <a:t>Tareas comerciales para gestionar</a:t>
            </a:r>
          </a:p>
          <a:p>
            <a:r>
              <a:t>Clientes con bloqueo general / suspendidos</a:t>
            </a:r>
          </a:p>
          <a:p>
            <a:r>
              <a:t>Filtros</a:t>
            </a:r>
          </a:p>
          <a:p>
            <a:r>
              <a:t>Buscador</a:t>
            </a:r>
          </a:p>
          <a:p>
            <a:r>
              <a:t>Compras del mes</a:t>
            </a:r>
          </a:p>
          <a:p>
            <a:r>
              <a:t>No cuenta Order Entry (Call-Center)</a:t>
            </a:r>
          </a:p>
          <a:p>
            <a:r>
              <a:t>No gestionados: Clientes del día que no tienen un pedido ni motivo de no venta  ingresado por Mi Market</a:t>
            </a:r>
          </a:p>
          <a:p>
            <a:r>
              <a:t>Sin compra: Clientes del día que no tienen compra ingresada por Mi Market</a:t>
            </a:r>
          </a:p>
          <a:p>
            <a:r>
              <a:t>Con compra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8 · Clientes cercanos y mapa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CARTERA DE CLIENTES</a:t>
            </a:r>
          </a:p>
          <a:p>
            <a:r>
              <a:t>Ordenar por clientes cercanos</a:t>
            </a:r>
          </a:p>
          <a:p>
            <a:r>
              <a:t>Presiona calcular clientes cercanos y Mi Market ordenará los clientes y dejará los más cercanos primero</a:t>
            </a:r>
          </a:p>
          <a:p>
            <a:r>
              <a:t>Al presionar “Ver Mapa”</a:t>
            </a:r>
          </a:p>
          <a:p>
            <a:r>
              <a:t>Visualizarás los clientes en el mapa.</a:t>
            </a:r>
          </a:p>
          <a:p>
            <a:r>
              <a:t>En verde los gestionados y en rojo los no gestionados</a:t>
            </a:r>
          </a:p>
          <a:p/>
          <a:p>
            <a:r>
              <a:t>Gestionados: Clientes del día que tienen un pedido o motivo de no venta  ingresado por Mi Market</a:t>
            </a:r>
          </a:p>
          <a:p/>
          <a:p>
            <a:r>
              <a:t>No gestionados: Clientes del día que no tienen un pedido ni motivo de no venta  ingresado por Mi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9 · Avance de clientes gestionados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MENÚ DEL CLIENTE</a:t>
            </a:r>
          </a:p>
          <a:p>
            <a:r>
              <a:t>Barra de Gestionados en clientes del día     </a:t>
            </a:r>
          </a:p>
          <a:p>
            <a:r>
              <a:t>Cantidad de clientes a visitar hoy y el avance durante el día</a:t>
            </a:r>
          </a:p>
          <a:p>
            <a:r>
              <a:t>Ingresa un pedido o un motivo de no venta para el cliente</a:t>
            </a:r>
          </a:p>
          <a:p>
            <a:r>
              <a:t>Se verá reflejado el avance del día en la barra de Gestionados</a:t>
            </a:r>
          </a:p>
          <a:p>
            <a:r>
              <a:t>Gestionados: Clientes del día que tienen un pedido o motivo de no venta  ingresado por Mi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10 · Menú del cliente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Buscador</a:t>
            </a:r>
          </a:p>
          <a:p>
            <a:r>
              <a:t>Redireccionamiento de dirección</a:t>
            </a:r>
          </a:p>
          <a:p>
            <a:r>
              <a:t>Visualización del correo con el cual se registró el cliente en Mi Andina</a:t>
            </a:r>
          </a:p>
          <a:p/>
          <a:p/>
          <a:p/>
          <a:p>
            <a:r>
              <a:t>Valida si se registró por redes sociales o por correo electrónico</a:t>
            </a:r>
          </a:p>
          <a:p>
            <a:r>
              <a:t>MENÚ DEL CLIENTE</a:t>
            </a:r>
          </a:p>
          <a:p>
            <a:r>
              <a:t>Resultado de la última encuesta NPS del cliente</a:t>
            </a:r>
          </a:p>
          <a:p/>
          <a:p/>
          <a:p>
            <a:r>
              <a:t>Cliente satisfecho</a:t>
            </a:r>
          </a:p>
          <a:p>
            <a:r>
              <a:t>Cliente insatisfecho</a:t>
            </a:r>
          </a:p>
          <a:p>
            <a:r>
              <a:t>Cliente neutro</a:t>
            </a:r>
          </a:p>
          <a:p>
            <a:r>
              <a:t>Comparte los datos del cliente fácilmente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11 · Misiones guiadas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MISIONES GUIADAS</a:t>
            </a:r>
          </a:p>
          <a:p>
            <a:r>
              <a:t>Misiones</a:t>
            </a:r>
          </a:p>
          <a:p>
            <a:r>
              <a:t>guiadas</a:t>
            </a:r>
          </a:p>
          <a:p>
            <a:r>
              <a:t>Aceptar y </a:t>
            </a:r>
          </a:p>
          <a:p>
            <a:r>
              <a:t>guardar</a:t>
            </a:r>
          </a:p>
          <a:p>
            <a:r>
              <a:t>(Campana indica que hay misiones pendientes)</a:t>
            </a:r>
          </a:p>
          <a:p>
            <a:r>
              <a:t>Cliente nuevo en ruta</a:t>
            </a:r>
          </a:p>
          <a:p>
            <a:r>
              <a:t>Cliente sin compra con EDF</a:t>
            </a:r>
          </a:p>
          <a:p>
            <a:r>
              <a:t>Oportunidades de instalación de EDF</a:t>
            </a:r>
          </a:p>
          <a:p>
            <a:r>
              <a:t>Oportunidades de ventas por segmentos </a:t>
            </a:r>
          </a:p>
          <a:p>
            <a:r>
              <a:t>Puedo ver las misiones guiadas que asigna RTM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12 · Combinadas y Foto de éxito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COMBINADAS</a:t>
            </a:r>
          </a:p>
          <a:p>
            <a:r>
              <a:t>FOTO DE ÉXITO</a:t>
            </a:r>
          </a:p>
          <a:p>
            <a:r>
              <a:t>Avance de Combinadas</a:t>
            </a:r>
          </a:p>
          <a:p>
            <a:r>
              <a:t>Productos al </a:t>
            </a:r>
          </a:p>
          <a:p>
            <a:r>
              <a:t>carrito</a:t>
            </a:r>
          </a:p>
          <a:p>
            <a:r>
              <a:t>Agrega y/o elimina productos del  carrito de compra</a:t>
            </a:r>
          </a:p>
          <a:p>
            <a:r>
              <a:t>Solo aparecen los productos de las combinadas que el cliente no ha comprado en el mes en curso</a:t>
            </a:r>
          </a:p>
          <a:p>
            <a:r>
              <a:t>VENTA LIQUIDADA</a:t>
            </a:r>
          </a:p>
          <a:p>
            <a:r>
              <a:t>Avance de Foto de éxito</a:t>
            </a:r>
          </a:p>
          <a:p>
            <a:r>
              <a:t>Productos al </a:t>
            </a:r>
          </a:p>
          <a:p>
            <a:r>
              <a:t>carrito</a:t>
            </a:r>
          </a:p>
          <a:p>
            <a:r>
              <a:t>Agrega y/o elimina productos del  carrito de compra</a:t>
            </a:r>
          </a:p>
          <a:p>
            <a:r>
              <a:t>Avance por categoría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13 · Clickeables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CLICKEABLES</a:t>
            </a:r>
          </a:p>
          <a:p>
            <a:r>
              <a:t>Cantidad de clickeables</a:t>
            </a:r>
          </a:p>
          <a:p>
            <a:r>
              <a:t>activos</a:t>
            </a:r>
          </a:p>
          <a:p>
            <a:r>
              <a:t>Activar o</a:t>
            </a:r>
          </a:p>
          <a:p>
            <a:r>
              <a:t>desactivar</a:t>
            </a:r>
          </a:p>
          <a:p>
            <a:r>
              <a:t>descuentos</a:t>
            </a:r>
          </a:p>
          <a:p>
            <a:r>
              <a:t>en línea</a:t>
            </a:r>
          </a:p>
          <a:p>
            <a:r>
              <a:t>Aceptar</a:t>
            </a:r>
          </a:p>
          <a:p>
            <a:r>
              <a:t>y guardar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14 · Descuentos de negociación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¿Qué son los descuentos de negociación?</a:t>
            </a:r>
          </a:p>
          <a:p>
            <a:r>
              <a:t>Una herramienta para rutas especializadas de vinos, cervezas, licores y otros grupos definidos.</a:t>
            </a:r>
          </a:p>
          <a:p>
            <a:r>
              <a:t>Asignados por el vendedor</a:t>
            </a:r>
          </a:p>
          <a:p>
            <a:r>
              <a:t>El porcentaje se selecciona desde Mi Market y se aplica al pedido en curso.</a:t>
            </a:r>
          </a:p>
          <a:p>
            <a:r>
              <a:t>Por grupo de materiales</a:t>
            </a:r>
          </a:p>
          <a:p>
            <a:r>
              <a:t>El descuento alcanza los SKU del grupo que están en el carrito al cerrar la negociación.</a:t>
            </a:r>
          </a:p>
          <a:p>
            <a:r>
              <a:t>Visibles para el cliente</a:t>
            </a:r>
          </a:p>
          <a:p>
            <a:r>
              <a:t>Mi Andina muestra los precios descontados, pero bloquea las modificaciones de cantidad.</a:t>
            </a:r>
          </a:p>
          <a:p>
            <a:r>
              <a:t>Regla principal</a:t>
            </a:r>
          </a:p>
          <a:p>
            <a:r>
              <a:t>Un mismo producto no puede recibir más de un porcentaje de descuento de negociación.</a:t>
            </a:r>
          </a:p>
          <a:p>
            <a:r>
              <a:t>ERROR SI SE DUPLICA EL %</a:t>
            </a:r>
          </a:p>
          <a:p>
            <a:r>
              <a:t>14</a:t>
            </a:r>
          </a:p>
          <a:p>
            <a:r>
              <a:t>NEGOCIABLES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15 · Negociables · paso a paso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Paso a paso del vendedor</a:t>
            </a:r>
          </a:p>
          <a:p>
            <a:r>
              <a:t>La asignación se realiza al preparar el pedido en Mi Market.</a:t>
            </a:r>
          </a:p>
          <a:p>
            <a:r>
              <a:t>1</a:t>
            </a:r>
          </a:p>
          <a:p>
            <a:r>
              <a:t>Agrega al menos un SKU</a:t>
            </a:r>
          </a:p>
          <a:p>
            <a:r>
              <a:t>El negociable se habilita cuando existen productos en el carrito.</a:t>
            </a:r>
          </a:p>
          <a:p>
            <a:r>
              <a:t>2</a:t>
            </a:r>
          </a:p>
          <a:p>
            <a:r>
              <a:t>Abre “Negociables”</a:t>
            </a:r>
          </a:p>
          <a:p>
            <a:r>
              <a:t>Visualiza los grupos disponibles para el cliente.</a:t>
            </a:r>
          </a:p>
          <a:p>
            <a:r>
              <a:t>3</a:t>
            </a:r>
          </a:p>
          <a:p>
            <a:r>
              <a:t>Selecciona el porcentaje</a:t>
            </a:r>
          </a:p>
          <a:p>
            <a:r>
              <a:t>Escoge una única alternativa y aplica el descuento.</a:t>
            </a:r>
          </a:p>
          <a:p>
            <a:r>
              <a:t>4</a:t>
            </a:r>
          </a:p>
          <a:p>
            <a:r>
              <a:t>Completa el pedido</a:t>
            </a:r>
          </a:p>
          <a:p>
            <a:r>
              <a:t>Añade SKU antes o después de aplicar la negociación.</a:t>
            </a:r>
          </a:p>
          <a:p>
            <a:r>
              <a:t>15</a:t>
            </a:r>
          </a:p>
          <a:p>
            <a:r>
              <a:t>NEGOCIABLES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16 · Negociables en Mi Andina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Experiencia del cliente en Mi Andina</a:t>
            </a:r>
          </a:p>
          <a:p>
            <a:r>
              <a:t>Los productos negociados se muestran protegidos dentro del pedido colaborativo.</a:t>
            </a:r>
          </a:p>
          <a:p>
            <a:r>
              <a:t>El botón para agregar o modificar cantidades aparece deshabilitado para todo el grupo de productos.</a:t>
            </a:r>
          </a:p>
          <a:p>
            <a:r>
              <a:t>SOLO EL VENDEDOR MODIFICA</a:t>
            </a:r>
          </a:p>
          <a:p>
            <a:r>
              <a:t>16</a:t>
            </a:r>
          </a:p>
          <a:p>
            <a:r>
              <a:t>NEGOCIABLES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17 · Reglas de negociación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Reglas importantes</a:t>
            </a:r>
          </a:p>
          <a:p>
            <a:r>
              <a:t>Comportamientos que protegen la negociación durante el ciclo del pedido.</a:t>
            </a:r>
          </a:p>
          <a:p>
            <a:r>
              <a:t>Una sola tasa por producto</a:t>
            </a:r>
          </a:p>
          <a:p>
            <a:r>
              <a:t>No se permiten dos porcentajes de DN sobre el mismo SKU.</a:t>
            </a:r>
          </a:p>
          <a:p>
            <a:r>
              <a:t>Más de un DN por pedido</a:t>
            </a:r>
          </a:p>
          <a:p>
            <a:r>
              <a:t>Se puede aplicar una negociación para vinos y otra para otra categoría.</a:t>
            </a:r>
          </a:p>
          <a:p>
            <a:r>
              <a:t>Sin mínimos obligatorios</a:t>
            </a:r>
          </a:p>
          <a:p>
            <a:r>
              <a:t>No existen SKU obligatorios ni cantidades mínimas para activar el DN.</a:t>
            </a:r>
          </a:p>
          <a:p>
            <a:r>
              <a:t>Cliente puede borrar los productos</a:t>
            </a:r>
          </a:p>
          <a:p>
            <a:r>
              <a:t>En Mi Andina, al eliminar un SKU relacionado, se advierte y se retiran los productos del grupo</a:t>
            </a:r>
          </a:p>
          <a:p>
            <a:r>
              <a:t>El DN es para un grupo de productos</a:t>
            </a:r>
          </a:p>
          <a:p>
            <a:r>
              <a:t>El DN se aplica para todo el grupo de productos que tiene el descuento.</a:t>
            </a:r>
          </a:p>
          <a:p>
            <a:r>
              <a:t>Corte limpia el borrador</a:t>
            </a:r>
          </a:p>
          <a:p>
            <a:r>
              <a:t>Si el pedido no se confirma antes del corte, el carrito se elimina.</a:t>
            </a:r>
          </a:p>
          <a:p>
            <a:r>
              <a:t>17</a:t>
            </a:r>
          </a:p>
          <a:p>
            <a:r>
              <a:t>Funcionalidad del DN</a:t>
            </a:r>
          </a:p>
          <a:p>
            <a:r>
              <a:t>El descuento de negociación solo aparece cuando el cliente tiene cargado el descuento en SAP.</a:t>
            </a:r>
          </a:p>
          <a:p>
            <a:r>
              <a:t>Edición de pedido en Mi Andina</a:t>
            </a:r>
          </a:p>
          <a:p>
            <a:r>
              <a:t>El cliente no puede editar pedidos que tienen productos con DN.</a:t>
            </a:r>
          </a:p>
          <a:p>
            <a:r>
              <a:t>NEGOCIABLES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18 · Validaciones posteriores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Validaciones posteriores</a:t>
            </a:r>
          </a:p>
          <a:p>
            <a:r>
              <a:t>El pedido confirmado conserva trazabilidad en B2B y SAP.</a:t>
            </a:r>
          </a:p>
          <a:p>
            <a:r>
              <a:t>Carrito y B2B</a:t>
            </a:r>
          </a:p>
          <a:p>
            <a:r>
              <a:t>Se visualizan el precio ajustado y el descuento total. Las cantidades enviadas por el vendedor permanecen bloqueadas.</a:t>
            </a:r>
          </a:p>
          <a:p>
            <a:r>
              <a:t>SAP</a:t>
            </a:r>
          </a:p>
          <a:p>
            <a:r>
              <a:t>Las posiciones con DN llegan bloqueadas y mantienen el porcentaje asignado.</a:t>
            </a:r>
          </a:p>
          <a:p>
            <a:r>
              <a:t>Combinación de beneficios</a:t>
            </a:r>
          </a:p>
          <a:p>
            <a:r>
              <a:t>El documento valida DN y descuento escalonado aplicados correctamente sobre un mismo producto.</a:t>
            </a:r>
          </a:p>
          <a:p>
            <a:r>
              <a:t>El DN se aplica a todos los productos elegibles que estén en el carrito al momento de cerrar la negociación.</a:t>
            </a:r>
          </a:p>
          <a:p>
            <a:r>
              <a:t>18</a:t>
            </a:r>
          </a:p>
          <a:p>
            <a:r>
              <a:t>NEGOCIABLES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19 · Vías de pago y saldos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Puedes visualizar las vías de pago y montos disponibles </a:t>
            </a:r>
          </a:p>
          <a:p>
            <a:r>
              <a:t>VÍAS DE PAGO Y SALDOS</a:t>
            </a:r>
          </a:p>
          <a:p>
            <a:r>
              <a:t>Desglose por categoría de productos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20 · Equipos de frío · retiro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/>
          <a:p>
            <a:r>
              <a:t>Verás el listado de equipos de frío que tiene cargado el cliente en SAP.</a:t>
            </a:r>
          </a:p>
          <a:p>
            <a:r>
              <a:t>Puedes gestionar el retiro de equipos de frío mediante una solicitud de oferta asociada al cliente. </a:t>
            </a:r>
          </a:p>
          <a:p>
            <a:r>
              <a:t>La oferta de retiro tiene que ser aprobado por tu jefatura en SAP</a:t>
            </a:r>
          </a:p>
          <a:p>
            <a:r>
              <a:t>Si tu jefatura aprueba la oferta de retiro, la coordinadora tiene que crear la solicitud de retiro en SAP</a:t>
            </a:r>
          </a:p>
          <a:p>
            <a:r>
              <a:t>EQUIPOS DE FRÍO</a:t>
            </a:r>
          </a:p>
          <a:p>
            <a:r>
              <a:t>Listado y Retiro de EDF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21 · Nuevo equipo · acceso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Ingresa a </a:t>
            </a:r>
          </a:p>
          <a:p>
            <a:r>
              <a:t>"Cartera de clientes"</a:t>
            </a:r>
          </a:p>
          <a:p>
            <a:r>
              <a:t>2</a:t>
            </a:r>
          </a:p>
          <a:p>
            <a:r>
              <a:t>3</a:t>
            </a:r>
          </a:p>
          <a:p>
            <a:r>
              <a:t>4</a:t>
            </a:r>
          </a:p>
          <a:p>
            <a:r>
              <a:t>Selecciona</a:t>
            </a:r>
          </a:p>
          <a:p>
            <a:r>
              <a:t>un cliente</a:t>
            </a:r>
          </a:p>
          <a:p>
            <a:r>
              <a:t>Abre</a:t>
            </a:r>
          </a:p>
          <a:p>
            <a:r>
              <a:t>"Equipo de frío"</a:t>
            </a:r>
          </a:p>
          <a:p>
            <a:r>
              <a:t>Visualiza los equipos registrados en SAP</a:t>
            </a:r>
          </a:p>
          <a:p>
            <a:r>
              <a:t>Accede desde el menú principal de Mi Market</a:t>
            </a:r>
          </a:p>
          <a:p>
            <a:r>
              <a:t>Elige al cliente del listado para ver su información  </a:t>
            </a:r>
          </a:p>
          <a:p>
            <a:r>
              <a:t>Ingresa al apartado de equipos de frío</a:t>
            </a:r>
          </a:p>
          <a:p>
            <a:r>
              <a:t>Aparecen todos los equipos que el cliente tiene cargado en SAP</a:t>
            </a:r>
          </a:p>
          <a:p>
            <a:r>
              <a:t>Ingresar un nuevo equipo de frío para el cliente.</a:t>
            </a:r>
          </a:p>
          <a:p>
            <a:r>
              <a:t>SOLICITAR NUEVO EQUIPO</a:t>
            </a:r>
          </a:p>
          <a:p>
            <a:r>
              <a:t>EQUIPOS DE FRÍO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22 · Nuevo equipo · selección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Pulsa </a:t>
            </a:r>
          </a:p>
          <a:p>
            <a:r>
              <a:t>"Solicitar nuevo equipo"</a:t>
            </a:r>
          </a:p>
          <a:p>
            <a:r>
              <a:t>Solicita un nuevo equipo para el cliente</a:t>
            </a:r>
          </a:p>
          <a:p>
            <a:r>
              <a:t>6</a:t>
            </a:r>
          </a:p>
          <a:p>
            <a:r>
              <a:t>Selecciona el motivo de instalación. Acepta y continua</a:t>
            </a:r>
          </a:p>
          <a:p>
            <a:r>
              <a:t>Elige el motivo de instalación . Presiona aceptar y continuar</a:t>
            </a:r>
          </a:p>
          <a:p>
            <a:r>
              <a:t>7</a:t>
            </a:r>
          </a:p>
          <a:p>
            <a:r>
              <a:t>Selecciona el equipo</a:t>
            </a:r>
          </a:p>
          <a:p>
            <a:r>
              <a:t>Presiona Confirmar equipo (s)</a:t>
            </a:r>
          </a:p>
          <a:p>
            <a:r>
              <a:t>Selecciona el equipo que necesita el cliente y confirma</a:t>
            </a:r>
          </a:p>
          <a:p>
            <a:r>
              <a:t>Ingresar un nuevo equipo de frío para el cliente.</a:t>
            </a:r>
          </a:p>
          <a:p>
            <a:r>
              <a:t>SOLICITAR NUEVO EQUIPO</a:t>
            </a:r>
          </a:p>
          <a:p>
            <a:r>
              <a:t>EQUIPOS DE FRÍO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23 · Nuevo equipo · confirmación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8</a:t>
            </a:r>
          </a:p>
          <a:p>
            <a:r>
              <a:t>Rellena y Acepta</a:t>
            </a:r>
          </a:p>
          <a:p>
            <a:r>
              <a:t>para finalizar</a:t>
            </a:r>
          </a:p>
          <a:p>
            <a:r>
              <a:t>Ingresa todos los datos de la persona que recibirá el equipo.   </a:t>
            </a:r>
          </a:p>
          <a:p>
            <a:r>
              <a:t>9</a:t>
            </a:r>
          </a:p>
          <a:p>
            <a:r>
              <a:t>Confirmación</a:t>
            </a:r>
          </a:p>
          <a:p>
            <a:r>
              <a:t>de la solicitud ingresada</a:t>
            </a:r>
          </a:p>
          <a:p>
            <a:r>
              <a:t>Confirmación y generación del número de solicitud  </a:t>
            </a:r>
          </a:p>
          <a:p>
            <a:r>
              <a:t>10</a:t>
            </a:r>
          </a:p>
          <a:p>
            <a:r>
              <a:t>Visualización </a:t>
            </a:r>
          </a:p>
          <a:p>
            <a:r>
              <a:t>Solicitudes ingresadas</a:t>
            </a:r>
          </a:p>
          <a:p>
            <a:r>
              <a:t>Puedes ver las solicitudes de instalación de ese cliente  </a:t>
            </a:r>
          </a:p>
          <a:p>
            <a:r>
              <a:t>Ingresar un nuevo equipo de frío para el cliente.</a:t>
            </a:r>
          </a:p>
          <a:p>
            <a:r>
              <a:t>SOLICITAR NUEVO EQUIPO</a:t>
            </a:r>
          </a:p>
          <a:p>
            <a:r>
              <a:t>EQUIPOS DE FRÍO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24 · Instalación · consideraciones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CONSIDERACIONES</a:t>
            </a:r>
          </a:p>
          <a:p>
            <a:r>
              <a:t>La solicitud generada en Mi Market llega a SAP como una Oferta de instalación </a:t>
            </a:r>
          </a:p>
          <a:p>
            <a:r>
              <a:t>La Oferta tiene que ser aprobada por tu jefatura</a:t>
            </a:r>
          </a:p>
          <a:p>
            <a:r>
              <a:t>Se genera automáticamente la solicitud de instalación</a:t>
            </a:r>
          </a:p>
          <a:p>
            <a:r>
              <a:t>El área de crédito tiene que aprobar la solicitud</a:t>
            </a:r>
          </a:p>
          <a:p>
            <a:r>
              <a:t>Empresa de transporte comienza a coordinar la instalación</a:t>
            </a:r>
          </a:p>
          <a:p>
            <a:r>
              <a:t>El número de contacto debe ser el más actualizado. En comentario agrega el horario de apertura, cierre y días de la semana que atiende el cliente y que nos podrá recibir al momento de instalar un equipo de frío</a:t>
            </a:r>
          </a:p>
          <a:p>
            <a:r>
              <a:t>Ingresar un nuevo equipo de frío para el cliente.</a:t>
            </a:r>
          </a:p>
          <a:p>
            <a:r>
              <a:t>SOLICITAR NUEVO EQUIPO</a:t>
            </a:r>
          </a:p>
          <a:p>
            <a:r>
              <a:t>EQUIPOS DE FRÍO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25 · Instalación · demostración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CÁPSULA DE INSTALACIÓN DE EQUIPOS DE FRíO</a:t>
            </a:r>
          </a:p>
          <a:p>
            <a:r>
              <a:t>Ingresar un nuevo equipo de frío para el cliente.</a:t>
            </a:r>
          </a:p>
          <a:p>
            <a:r>
              <a:t>SOLICITAR NUEVO EQUIPO</a:t>
            </a:r>
          </a:p>
          <a:p>
            <a:r>
              <a:t>EQUIPOS DE FRÍO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26 · Censo de equipos de frío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CENSO DE EQUIPOS DE FRÍO</a:t>
            </a:r>
          </a:p>
          <a:p>
            <a:r>
              <a:t>EQUIPOS ENCONTRADOS</a:t>
            </a:r>
          </a:p>
          <a:p>
            <a:r>
              <a:t>Aparecerán todos los equipos que tiene el cliente cargado en SAP</a:t>
            </a:r>
          </a:p>
          <a:p>
            <a:r>
              <a:t>De color Gris se mostrarán los clientes censados</a:t>
            </a:r>
          </a:p>
          <a:p>
            <a:r>
              <a:t>Equipos no censados se enviarán como “Equipo no encontrado”</a:t>
            </a:r>
          </a:p>
          <a:p>
            <a:r>
              <a:t>Si no puedes realizar el censo, ingresa un motivo de no censo</a:t>
            </a:r>
          </a:p>
          <a:p>
            <a:r>
              <a:t>El ícono gris se muestra en los clientes que ya completaron el censo de EDF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27 · Historial de pedidos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VER</a:t>
            </a:r>
          </a:p>
          <a:p>
            <a:r>
              <a:t>DETALLE</a:t>
            </a:r>
          </a:p>
          <a:p>
            <a:r>
              <a:t>VER</a:t>
            </a:r>
          </a:p>
          <a:p>
            <a:r>
              <a:t>PRODUCTOS</a:t>
            </a:r>
          </a:p>
          <a:p>
            <a:r>
              <a:t>PEDIDOS REALIZADOS (60 DÍAS)</a:t>
            </a:r>
          </a:p>
          <a:p>
            <a:r>
              <a:t>Estado del pedido</a:t>
            </a:r>
          </a:p>
          <a:p>
            <a:r>
              <a:t>(a confirmar)</a:t>
            </a:r>
          </a:p>
          <a:p>
            <a:r>
              <a:t>Pedidos no </a:t>
            </a:r>
          </a:p>
          <a:p>
            <a:r>
              <a:t>liquidados</a:t>
            </a:r>
          </a:p>
          <a:p>
            <a:r>
              <a:t>Historial de pedidos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28 · Cancelar y repetir pedidos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Cancelar Pedido</a:t>
            </a:r>
          </a:p>
          <a:p>
            <a:r>
              <a:t>Podrás cancelar pedidos que no se hayan cuotificado</a:t>
            </a:r>
          </a:p>
          <a:p>
            <a:r>
              <a:t>Repetir Pedido</a:t>
            </a:r>
          </a:p>
          <a:p>
            <a:r>
              <a:t>Podrás volver a realizar pedidos que estén en el historial </a:t>
            </a:r>
          </a:p>
          <a:p>
            <a:r>
              <a:t>PEDIDOS REALIZADOS (60 DÍAS)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29 · Requerimientos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REQUERIMIENTOS (30 DÍAS)</a:t>
            </a:r>
          </a:p>
          <a:p>
            <a:r>
              <a:t>Código del cliente </a:t>
            </a:r>
          </a:p>
          <a:p>
            <a:r>
              <a:t>Contacto del cliente </a:t>
            </a:r>
          </a:p>
          <a:p>
            <a:r>
              <a:t>Horario de atención y referencias del local </a:t>
            </a:r>
          </a:p>
          <a:p>
            <a:r>
              <a:t>Marca y serie del equipo</a:t>
            </a:r>
          </a:p>
          <a:p>
            <a:r>
              <a:t>Motivo del requerimiento</a:t>
            </a:r>
          </a:p>
          <a:p>
            <a:r>
              <a:t>Debes incluir todos los detalles necesarios para poder atender el requerimiento</a:t>
            </a:r>
          </a:p>
          <a:p>
            <a:r>
              <a:t>Tienes 4 tipos de requerimientos para levantar un ticket</a:t>
            </a:r>
          </a:p>
          <a:p>
            <a:r>
              <a:t>Para Servicio técnico necesitamos: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30 · Motivo de no venta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MENÚ DEL CLIENTE</a:t>
            </a:r>
          </a:p>
          <a:p>
            <a:r>
              <a:t>Selección de motivo de no atención</a:t>
            </a:r>
          </a:p>
          <a:p>
            <a:r>
              <a:t>Ingresa al cliente</a:t>
            </a:r>
          </a:p>
          <a:p>
            <a:r>
              <a:t>Selecciona Motivo de no venta</a:t>
            </a:r>
          </a:p>
          <a:p>
            <a:r>
              <a:t>Selecciona el motivo y presiona “Guardar y continuar”</a:t>
            </a:r>
          </a:p>
          <a:p>
            <a:r>
              <a:t>Motivo de no venta ingresado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31 · Realizar un pedido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Puedes ingresar un número de OC que se verá reflejado en la factura</a:t>
            </a:r>
          </a:p>
          <a:p>
            <a:r>
              <a:t>Siempre confirma pedido y obtén tu número de pedido</a:t>
            </a:r>
          </a:p>
          <a:p>
            <a:r>
              <a:t>Tenemos un mínimo de compra por fecha de entrega de $30.000 para congelados y no congelados</a:t>
            </a:r>
          </a:p>
          <a:p>
            <a:r>
              <a:t>Al realizar un pedido, en un cliente del día, la barra de gestionados avanzará</a:t>
            </a:r>
          </a:p>
          <a:p>
            <a:r>
              <a:t>Recuerda que un pedido ingresado por Mi Market y no validado por el cliente es un pedido análogo, es decir, no digital</a:t>
            </a:r>
          </a:p>
          <a:p>
            <a:r>
              <a:t>COMO REALIZAMOS UN PEDIDO</a:t>
            </a:r>
          </a:p>
          <a:p>
            <a:r>
              <a:t> Indica a tu cliente que confirme el pedido por Mi Andina y será un pedido digital</a:t>
            </a:r>
          </a:p>
          <a:p>
            <a:r>
              <a:t>Usa el pedido sugerido que muestra lo que el cliente más compra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32 · Pedido sugerido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PEDIDO SUGERIDO</a:t>
            </a:r>
          </a:p>
          <a:p>
            <a:r>
              <a:t>LA BASE: SU COMPRA HABITUAL</a:t>
            </a:r>
          </a:p>
          <a:p>
            <a:r>
              <a:t>Resume lo que el cliente compra habitualmente, tanto en formatos como en volumen.</a:t>
            </a:r>
          </a:p>
          <a:p>
            <a:r>
              <a:t>POSIBLE COMPLEMENTO</a:t>
            </a:r>
          </a:p>
          <a:p>
            <a:r>
              <a:t>Podría incorporar nuevas coberturas incrementales según lo que compran clientes similares y nuevos desarrollos</a:t>
            </a:r>
          </a:p>
          <a:p>
            <a:r>
              <a:t>BENEFICIOS ESPERADOS</a:t>
            </a:r>
          </a:p>
          <a:p>
            <a:r>
              <a:t>Agilizar el armado del pedido.</a:t>
            </a:r>
          </a:p>
          <a:p>
            <a:r>
              <a:t>Facilitar la reposición de la compra habitual.</a:t>
            </a:r>
          </a:p>
          <a:p>
            <a:r>
              <a:t>Identificar oportunidades para ampliar el surtido.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33 · ¿Qué pasa sin internet?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34 · Funciones sin conexión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Mi Market funciona sin conexión a internet</a:t>
            </a:r>
          </a:p>
          <a:p/>
          <a:p/>
          <a:p>
            <a:r>
              <a:t>Acceso con datos biométricos</a:t>
            </a:r>
          </a:p>
          <a:p>
            <a:r>
              <a:t>Cartera de clientes</a:t>
            </a:r>
          </a:p>
          <a:p>
            <a:r>
              <a:t>Información básica de clientes </a:t>
            </a:r>
          </a:p>
          <a:p>
            <a:r>
              <a:t>Programación de entrega</a:t>
            </a:r>
          </a:p>
          <a:p>
            <a:r>
              <a:t>Registrar motivos de no venta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35 · Pedidos offline · condiciones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Pedidos sin conexión</a:t>
            </a:r>
          </a:p>
          <a:p>
            <a:r>
              <a:t>9 cosas que debes tener en cuenta al trabajar sin conexión</a:t>
            </a:r>
          </a:p>
          <a:p>
            <a:r>
              <a:t>1</a:t>
            </a:r>
          </a:p>
          <a:p>
            <a:r>
              <a:t>Solo podrás ingresar un pedido sin conexión para clientes del día</a:t>
            </a:r>
          </a:p>
          <a:p>
            <a:r>
              <a:t>2</a:t>
            </a:r>
          </a:p>
          <a:p>
            <a:r>
              <a:t>No dejar productos en el carrito de compras. Siempre cerrar el pedido</a:t>
            </a:r>
          </a:p>
          <a:p>
            <a:r>
              <a:t>3</a:t>
            </a:r>
          </a:p>
          <a:p>
            <a:r>
              <a:t>El pedido quedará ingresado por el vendedor. Esto disminuye el NSR digital</a:t>
            </a:r>
          </a:p>
          <a:p>
            <a:r>
              <a:t>4</a:t>
            </a:r>
          </a:p>
          <a:p>
            <a:r>
              <a:t>No permite pedido colaborativo porque no hay internet</a:t>
            </a:r>
          </a:p>
          <a:p>
            <a:r>
              <a:t>5</a:t>
            </a:r>
          </a:p>
          <a:p>
            <a:r>
              <a:t>Solo verás precio base. En SAP llegarán los descuentos de combos, volumen y clickeables asignados antes de perder la conexión</a:t>
            </a:r>
          </a:p>
          <a:p/>
          <a:p>
            <a:r>
              <a:t>6</a:t>
            </a:r>
          </a:p>
          <a:p>
            <a:r>
              <a:t>Pedido mínimo se valida en cada pedido</a:t>
            </a:r>
          </a:p>
          <a:p>
            <a:r>
              <a:t>7</a:t>
            </a:r>
          </a:p>
          <a:p>
            <a:r>
              <a:t>Si el cliente tiene vía de pago C o R + Efectivo y el pedido es mayor al disponible, el pedido saldrá en Efectivo</a:t>
            </a:r>
          </a:p>
          <a:p>
            <a:r>
              <a:t>8</a:t>
            </a:r>
          </a:p>
          <a:p>
            <a:r>
              <a:t>Si no tenemos conexión no se debe borrar caché porque se pierden los datos (pedidos y motivos de no venta)</a:t>
            </a:r>
          </a:p>
          <a:p>
            <a:r>
              <a:t>9</a:t>
            </a:r>
          </a:p>
          <a:p>
            <a:r>
              <a:t>En modo avión no funciona el pedido sin conexión</a:t>
            </a:r>
          </a:p>
          <a:p>
            <a:r>
              <a:t>CLIENTES DEL DÍA</a:t>
            </a:r>
          </a:p>
          <a:p>
            <a:r>
              <a:t>CIERRA EL PEDIDO</a:t>
            </a:r>
          </a:p>
          <a:p>
            <a:r>
              <a:t>DISMINUCIÓN DE NSR DIGITAL</a:t>
            </a:r>
          </a:p>
          <a:p>
            <a:r>
              <a:t>SIN PEDIDO COLABORATIVO</a:t>
            </a:r>
          </a:p>
          <a:p>
            <a:r>
              <a:t>SIN DESCUENTOS</a:t>
            </a:r>
          </a:p>
          <a:p>
            <a:r>
              <a:t>PEDIDO MÍNIMO</a:t>
            </a:r>
          </a:p>
          <a:p>
            <a:r>
              <a:t>ALERTA EN VÍAS DE PAGO</a:t>
            </a:r>
          </a:p>
          <a:p>
            <a:r>
              <a:t>NO BORRAR CACHÉ</a:t>
            </a:r>
          </a:p>
          <a:p>
            <a:r>
              <a:t>MODO AVIÓN NO COMPATIBLE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36 · Pedidos offline · alcance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Pedidos sin conexión</a:t>
            </a:r>
          </a:p>
          <a:p>
            <a:r>
              <a:t>Con conexión</a:t>
            </a:r>
          </a:p>
          <a:p>
            <a:r>
              <a:t>Sin conexión</a:t>
            </a:r>
          </a:p>
          <a:p>
            <a:r>
              <a:t>Acceso con datos biométricos</a:t>
            </a:r>
          </a:p>
          <a:p>
            <a:r>
              <a:t>Cartera de clientes</a:t>
            </a:r>
          </a:p>
          <a:p>
            <a:r>
              <a:t>Información básica de clientes </a:t>
            </a:r>
          </a:p>
          <a:p>
            <a:r>
              <a:t>Programación de entrega</a:t>
            </a:r>
          </a:p>
          <a:p>
            <a:r>
              <a:t>Registrar motivos de no venta</a:t>
            </a:r>
          </a:p>
          <a:p>
            <a:r>
              <a:t>Ingresar un pedido sin conexión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37 · Pedidos offline · ingreso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Pedidos sin conexión</a:t>
            </a:r>
          </a:p>
          <a:p>
            <a:r>
              <a:t>Solo estará habilitado el pedido sin conexión</a:t>
            </a:r>
          </a:p>
          <a:p>
            <a:r>
              <a:t>En la parte superior te avisará que estás sin conexión</a:t>
            </a:r>
          </a:p>
          <a:p>
            <a:r>
              <a:t>El pedido quedará en espera hasta que tengas conexión</a:t>
            </a:r>
          </a:p>
          <a:p>
            <a:r>
              <a:t>Pedido en espera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38 · Pedidos offline · vías de pago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Pedidos sin conexión</a:t>
            </a:r>
          </a:p>
          <a:p>
            <a:r>
              <a:t>Si tenemos vía de pago C o R + E</a:t>
            </a:r>
          </a:p>
          <a:p>
            <a:r>
              <a:t>Comportamiento temporal de vías de pago</a:t>
            </a:r>
          </a:p>
          <a:p>
            <a:r>
              <a:t>Pedido &lt; disponible</a:t>
            </a:r>
          </a:p>
          <a:p/>
          <a:p>
            <a:r>
              <a:t>En modo offline, Mi Market podría mostrar un medio de pago desactualizado al finalizar el pedido. Al recuperar conexión, se corrige automáticamente y se visualizan el número de pedido SAP y la vía de pago correcta.</a:t>
            </a:r>
          </a:p>
          <a:p>
            <a:r>
              <a:t>Pedido &gt; disponible</a:t>
            </a:r>
          </a:p>
          <a:p>
            <a:r>
              <a:t>Pedido sale en Efectivo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39 · Pedidos offline · bitácora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Pedidos sin conexión</a:t>
            </a:r>
          </a:p>
          <a:p>
            <a:r>
              <a:t>Información de que hay un cambio pendiente</a:t>
            </a:r>
          </a:p>
          <a:p>
            <a:r>
              <a:t>Seleccionar Mostrar o </a:t>
            </a:r>
          </a:p>
          <a:p>
            <a:r>
              <a:t>bajar hasta Pedidos sin conexión y hacer clic sobre el módulo</a:t>
            </a:r>
          </a:p>
          <a:p>
            <a:r>
              <a:t>Lista de bitácora</a:t>
            </a:r>
          </a:p>
          <a:p>
            <a:r>
              <a:t>Pedidos no creados porque el cliente tiene un bloqueo al recuperar internet</a:t>
            </a:r>
          </a:p>
          <a:p>
            <a:r>
              <a:t>Pedidos en espera a recuperar la conexión de internet</a:t>
            </a:r>
          </a:p>
          <a:p>
            <a:r>
              <a:t>Pedidos en proceso de transmisión</a:t>
            </a:r>
          </a:p>
          <a:p>
            <a:r>
              <a:t>Pedidos ingresados en SAP</a:t>
            </a:r>
          </a:p>
          <a:p>
            <a:r>
              <a:t>Te informamos que no tienes internet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40 · Bitácora al recuperar conexión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Pedidos sin conexión</a:t>
            </a:r>
          </a:p>
          <a:p>
            <a:r>
              <a:t>Lista de bitácora cuando vuelve el internet</a:t>
            </a:r>
          </a:p>
          <a:p>
            <a:r>
              <a:t>Con conexión</a:t>
            </a:r>
          </a:p>
          <a:p>
            <a:r>
              <a:t>Sin conexión</a:t>
            </a:r>
          </a:p>
          <a:p>
            <a:r>
              <a:t>Con conexión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41 · Clientes habilitados offline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Pedidos sin conexión</a:t>
            </a:r>
          </a:p>
          <a:p>
            <a:r>
              <a:t>En clientes que no son del día</a:t>
            </a:r>
          </a:p>
          <a:p>
            <a:r>
              <a:t>Solo podrás ingresar pedidos sin conexión en clientes del día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42 · Apuntes originales · referencia</a:t>
            </a:r>
          </a:p>
          <a:p>
            <a:r>
              <a:t>Material complementario oculto como en el original.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>
            <a:r>
              <a:t>Descuentos de negociación</a:t>
            </a:r>
          </a:p>
          <a:p>
            <a:r>
              <a:t>En clientes que no son del día</a:t>
            </a:r>
          </a:p>
          <a:p>
            <a:r>
              <a:t>Solo podrás ingresar pedidos sin conexión en clientes del día</a:t>
            </a:r>
          </a:p>
          <a:p>
            <a:r>
              <a:t>DESCUENTO DE NEGOCIACIÓN</a:t>
            </a:r>
          </a:p>
          <a:p>
            <a:r>
              <a:t>CÓMO SELECICONAR, PRIMERO AGREGAR UN PRODUCTO</a:t>
            </a:r>
          </a:p>
          <a:p>
            <a:r>
              <a:t>SIEMPRE CERRAR EL PEDIDO</a:t>
            </a:r>
          </a:p>
          <a:p>
            <a:r>
              <a:t>FOTO DE LA WEB QUE DICE QUE CAMBIAR LA FECHA PUEDE PERDER LOS DESCUENTOS</a:t>
            </a:r>
          </a:p>
          <a:p>
            <a:r>
              <a:t>QUE SE GRISEA EL AGREGAR Y QUITAR PEDIDOS</a:t>
            </a:r>
          </a:p>
          <a:p>
            <a:r>
              <a:t>El cliente no podrá agregar otro producto que no haya sido negociado por el vendedor, aparecerá griseado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43 · Mi Market · cierre</a:t>
            </a:r>
          </a:p>
          <a:p>
            <a:r>
              <a:t>Avanza con clics en modo Presentación. Esta copia usa imágenes para conservar la composición; los textos no son objetos editables.</a:t>
            </a:r>
          </a:p>
          <a:p/>
          <a:p>
            <a:r>
              <a:t>Contenido de referencia: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Relationship Id="rId10" Type="http://schemas.openxmlformats.org/officeDocument/2006/relationships/image" Target="../media/image33.jpg"/><Relationship Id="rId11" Type="http://schemas.openxmlformats.org/officeDocument/2006/relationships/image" Target="../media/image34.jpg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1.jpg"/><Relationship Id="rId9" Type="http://schemas.openxmlformats.org/officeDocument/2006/relationships/image" Target="../media/image42.jpg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48.jpg"/><Relationship Id="rId8" Type="http://schemas.openxmlformats.org/officeDocument/2006/relationships/image" Target="../media/image49.jpg"/><Relationship Id="rId9" Type="http://schemas.openxmlformats.org/officeDocument/2006/relationships/image" Target="../media/image50.jpg"/><Relationship Id="rId10" Type="http://schemas.openxmlformats.org/officeDocument/2006/relationships/image" Target="../media/image51.jpg"/><Relationship Id="rId11" Type="http://schemas.openxmlformats.org/officeDocument/2006/relationships/image" Target="../media/image52.jpg"/><Relationship Id="rId12" Type="http://schemas.openxmlformats.org/officeDocument/2006/relationships/image" Target="../media/image53.jpg"/><Relationship Id="rId13" Type="http://schemas.openxmlformats.org/officeDocument/2006/relationships/image" Target="../media/image54.jpg"/><Relationship Id="rId14" Type="http://schemas.openxmlformats.org/officeDocument/2006/relationships/image" Target="../media/image55.jpg"/><Relationship Id="rId15" Type="http://schemas.openxmlformats.org/officeDocument/2006/relationships/image" Target="../media/image56.jpg"/><Relationship Id="rId16" Type="http://schemas.openxmlformats.org/officeDocument/2006/relationships/image" Target="../media/image57.jpg"/><Relationship Id="rId1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Relationship Id="rId4" Type="http://schemas.openxmlformats.org/officeDocument/2006/relationships/image" Target="../media/image60.jpg"/><Relationship Id="rId5" Type="http://schemas.openxmlformats.org/officeDocument/2006/relationships/image" Target="../media/image61.jp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77.jpg"/><Relationship Id="rId6" Type="http://schemas.openxmlformats.org/officeDocument/2006/relationships/image" Target="../media/image78.jpg"/><Relationship Id="rId7" Type="http://schemas.openxmlformats.org/officeDocument/2006/relationships/image" Target="../media/image79.jpg"/><Relationship Id="rId8" Type="http://schemas.openxmlformats.org/officeDocument/2006/relationships/image" Target="../media/image80.jpg"/><Relationship Id="rId9" Type="http://schemas.openxmlformats.org/officeDocument/2006/relationships/image" Target="../media/image81.jpg"/><Relationship Id="rId1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image" Target="../media/image83.jpg"/><Relationship Id="rId4" Type="http://schemas.openxmlformats.org/officeDocument/2006/relationships/image" Target="../media/image84.jpg"/><Relationship Id="rId5" Type="http://schemas.openxmlformats.org/officeDocument/2006/relationships/image" Target="../media/image85.jpg"/><Relationship Id="rId6" Type="http://schemas.openxmlformats.org/officeDocument/2006/relationships/image" Target="../media/image86.jpg"/><Relationship Id="rId7" Type="http://schemas.openxmlformats.org/officeDocument/2006/relationships/image" Target="../media/image87.jpg"/><Relationship Id="rId8" Type="http://schemas.openxmlformats.org/officeDocument/2006/relationships/image" Target="../media/image88.jpg"/><Relationship Id="rId9" Type="http://schemas.openxmlformats.org/officeDocument/2006/relationships/image" Target="../media/image89.jpg"/><Relationship Id="rId10" Type="http://schemas.openxmlformats.org/officeDocument/2006/relationships/image" Target="../media/image90.jpg"/><Relationship Id="rId11" Type="http://schemas.openxmlformats.org/officeDocument/2006/relationships/image" Target="../media/image91.jpg"/><Relationship Id="rId12" Type="http://schemas.openxmlformats.org/officeDocument/2006/relationships/image" Target="../media/image92.jpg"/><Relationship Id="rId1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image" Target="../media/image94.jpg"/><Relationship Id="rId4" Type="http://schemas.openxmlformats.org/officeDocument/2006/relationships/image" Target="../media/image95.jp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Relationship Id="rId3" Type="http://schemas.openxmlformats.org/officeDocument/2006/relationships/image" Target="../media/image97.jpg"/><Relationship Id="rId4" Type="http://schemas.openxmlformats.org/officeDocument/2006/relationships/image" Target="../media/image98.jpg"/><Relationship Id="rId5" Type="http://schemas.openxmlformats.org/officeDocument/2006/relationships/image" Target="../media/image99.jpg"/><Relationship Id="rId6" Type="http://schemas.openxmlformats.org/officeDocument/2006/relationships/image" Target="../media/image100.jp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Relationship Id="rId3" Type="http://schemas.openxmlformats.org/officeDocument/2006/relationships/image" Target="../media/image102.jpg"/><Relationship Id="rId4" Type="http://schemas.openxmlformats.org/officeDocument/2006/relationships/image" Target="../media/image103.jpg"/><Relationship Id="rId5" Type="http://schemas.openxmlformats.org/officeDocument/2006/relationships/image" Target="../media/image104.jpg"/><Relationship Id="rId6" Type="http://schemas.openxmlformats.org/officeDocument/2006/relationships/image" Target="../media/image105.jp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Relationship Id="rId3" Type="http://schemas.openxmlformats.org/officeDocument/2006/relationships/image" Target="../media/image107.jpg"/><Relationship Id="rId4" Type="http://schemas.openxmlformats.org/officeDocument/2006/relationships/image" Target="../media/image108.jpg"/><Relationship Id="rId5" Type="http://schemas.openxmlformats.org/officeDocument/2006/relationships/image" Target="../media/image109.jp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Relationship Id="rId3" Type="http://schemas.openxmlformats.org/officeDocument/2006/relationships/image" Target="../media/image111.jpg"/><Relationship Id="rId4" Type="http://schemas.openxmlformats.org/officeDocument/2006/relationships/image" Target="../media/image112.jpg"/><Relationship Id="rId5" Type="http://schemas.openxmlformats.org/officeDocument/2006/relationships/image" Target="../media/image113.jpg"/><Relationship Id="rId6" Type="http://schemas.openxmlformats.org/officeDocument/2006/relationships/image" Target="../media/image114.jpg"/><Relationship Id="rId7" Type="http://schemas.openxmlformats.org/officeDocument/2006/relationships/image" Target="../media/image115.jpg"/><Relationship Id="rId8" Type="http://schemas.openxmlformats.org/officeDocument/2006/relationships/image" Target="../media/image116.jpg"/><Relationship Id="rId9" Type="http://schemas.openxmlformats.org/officeDocument/2006/relationships/image" Target="../media/image117.jpg"/><Relationship Id="rId10" Type="http://schemas.openxmlformats.org/officeDocument/2006/relationships/image" Target="../media/image118.jpg"/><Relationship Id="rId1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Relationship Id="rId3" Type="http://schemas.openxmlformats.org/officeDocument/2006/relationships/image" Target="../media/image120.jpg"/><Relationship Id="rId4" Type="http://schemas.openxmlformats.org/officeDocument/2006/relationships/image" Target="../media/image121.jpg"/><Relationship Id="rId5" Type="http://schemas.openxmlformats.org/officeDocument/2006/relationships/image" Target="../media/image122.jp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Relationship Id="rId3" Type="http://schemas.openxmlformats.org/officeDocument/2006/relationships/image" Target="../media/image124.jpg"/><Relationship Id="rId4" Type="http://schemas.openxmlformats.org/officeDocument/2006/relationships/image" Target="../media/image125.jpg"/><Relationship Id="rId5" Type="http://schemas.openxmlformats.org/officeDocument/2006/relationships/image" Target="../media/image126.jpg"/><Relationship Id="rId6" Type="http://schemas.openxmlformats.org/officeDocument/2006/relationships/image" Target="../media/image127.jpg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Relationship Id="rId3" Type="http://schemas.openxmlformats.org/officeDocument/2006/relationships/image" Target="../media/image129.jpg"/><Relationship Id="rId4" Type="http://schemas.openxmlformats.org/officeDocument/2006/relationships/image" Target="../media/image130.jpg"/><Relationship Id="rId5" Type="http://schemas.openxmlformats.org/officeDocument/2006/relationships/image" Target="../media/image131.jpg"/><Relationship Id="rId6" Type="http://schemas.openxmlformats.org/officeDocument/2006/relationships/image" Target="../media/image132.jpg"/><Relationship Id="rId7" Type="http://schemas.openxmlformats.org/officeDocument/2006/relationships/image" Target="../media/image133.jpg"/><Relationship Id="rId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Relationship Id="rId3" Type="http://schemas.openxmlformats.org/officeDocument/2006/relationships/image" Target="../media/image135.jpg"/><Relationship Id="rId4" Type="http://schemas.openxmlformats.org/officeDocument/2006/relationships/image" Target="../media/image136.jpg"/><Relationship Id="rId5" Type="http://schemas.openxmlformats.org/officeDocument/2006/relationships/image" Target="../media/image137.jpg"/><Relationship Id="rId6" Type="http://schemas.openxmlformats.org/officeDocument/2006/relationships/image" Target="../media/image138.jpg"/><Relationship Id="rI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Relationship Id="rId3" Type="http://schemas.openxmlformats.org/officeDocument/2006/relationships/image" Target="../media/image140.jpg"/><Relationship Id="rId4" Type="http://schemas.openxmlformats.org/officeDocument/2006/relationships/image" Target="../media/image141.jpg"/><Relationship Id="rId5" Type="http://schemas.openxmlformats.org/officeDocument/2006/relationships/image" Target="../media/image142.jpg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Relationship Id="rId3" Type="http://schemas.openxmlformats.org/officeDocument/2006/relationships/image" Target="../media/image143.jpg"/><Relationship Id="rId4" Type="http://schemas.openxmlformats.org/officeDocument/2006/relationships/image" Target="../media/image144.jpg"/><Relationship Id="rId5" Type="http://schemas.openxmlformats.org/officeDocument/2006/relationships/image" Target="../media/image145.jp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Relationship Id="rId3" Type="http://schemas.openxmlformats.org/officeDocument/2006/relationships/image" Target="../media/image147.jpg"/><Relationship Id="rId4" Type="http://schemas.openxmlformats.org/officeDocument/2006/relationships/image" Target="../media/image148.jpg"/><Relationship Id="rId5" Type="http://schemas.openxmlformats.org/officeDocument/2006/relationships/image" Target="../media/image149.jpg"/><Relationship Id="rId6" Type="http://schemas.openxmlformats.org/officeDocument/2006/relationships/image" Target="../media/image150.jpg"/><Relationship Id="rId7" Type="http://schemas.openxmlformats.org/officeDocument/2006/relationships/image" Target="../media/image151.jpg"/><Relationship Id="rId8" Type="http://schemas.openxmlformats.org/officeDocument/2006/relationships/image" Target="../media/image152.jpg"/><Relationship Id="rId9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Relationship Id="rId3" Type="http://schemas.openxmlformats.org/officeDocument/2006/relationships/image" Target="../media/image154.jpg"/><Relationship Id="rId4" Type="http://schemas.openxmlformats.org/officeDocument/2006/relationships/image" Target="../media/image155.jpg"/><Relationship Id="rId5" Type="http://schemas.openxmlformats.org/officeDocument/2006/relationships/image" Target="../media/image156.jpg"/><Relationship Id="rId6" Type="http://schemas.openxmlformats.org/officeDocument/2006/relationships/image" Target="../media/image157.jpg"/><Relationship Id="rId7" Type="http://schemas.openxmlformats.org/officeDocument/2006/relationships/image" Target="../media/image158.jpg"/><Relationship Id="rId8" Type="http://schemas.openxmlformats.org/officeDocument/2006/relationships/image" Target="../media/image159.jpg"/><Relationship Id="rId9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Relationship Id="rId3" Type="http://schemas.openxmlformats.org/officeDocument/2006/relationships/image" Target="../media/image161.jpg"/><Relationship Id="rId4" Type="http://schemas.openxmlformats.org/officeDocument/2006/relationships/image" Target="../media/image162.jpg"/><Relationship Id="rId5" Type="http://schemas.openxmlformats.org/officeDocument/2006/relationships/image" Target="../media/image163.jpg"/><Relationship Id="rId6" Type="http://schemas.openxmlformats.org/officeDocument/2006/relationships/image" Target="../media/image164.jpg"/><Relationship Id="rId7" Type="http://schemas.openxmlformats.org/officeDocument/2006/relationships/image" Target="../media/image165.jpg"/><Relationship Id="rId8" Type="http://schemas.openxmlformats.org/officeDocument/2006/relationships/image" Target="../media/image166.jpg"/><Relationship Id="rId9" Type="http://schemas.openxmlformats.org/officeDocument/2006/relationships/image" Target="../media/image167.jpg"/><Relationship Id="rId10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Relationship Id="rId3" Type="http://schemas.openxmlformats.org/officeDocument/2006/relationships/image" Target="../media/image169.jpg"/><Relationship Id="rId4" Type="http://schemas.openxmlformats.org/officeDocument/2006/relationships/image" Target="../media/image170.jpg"/><Relationship Id="rId5" Type="http://schemas.openxmlformats.org/officeDocument/2006/relationships/image" Target="../media/image171.jpg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Relationship Id="rId3" Type="http://schemas.openxmlformats.org/officeDocument/2006/relationships/image" Target="../media/image173.jpg"/><Relationship Id="rId4" Type="http://schemas.openxmlformats.org/officeDocument/2006/relationships/image" Target="../media/image174.jpg"/><Relationship Id="rId5" Type="http://schemas.openxmlformats.org/officeDocument/2006/relationships/image" Target="../media/image175.jpg"/><Relationship Id="rId6" Type="http://schemas.openxmlformats.org/officeDocument/2006/relationships/image" Target="../media/image176.jpg"/><Relationship Id="rId7" Type="http://schemas.openxmlformats.org/officeDocument/2006/relationships/image" Target="../media/image177.jpg"/><Relationship Id="rId8" Type="http://schemas.openxmlformats.org/officeDocument/2006/relationships/image" Target="../media/image178.jpg"/><Relationship Id="rId9" Type="http://schemas.openxmlformats.org/officeDocument/2006/relationships/image" Target="../media/image179.jpg"/><Relationship Id="rId10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Relationship Id="rId3" Type="http://schemas.openxmlformats.org/officeDocument/2006/relationships/image" Target="../media/image181.jpg"/><Relationship Id="rId4" Type="http://schemas.openxmlformats.org/officeDocument/2006/relationships/image" Target="../media/image182.jpg"/><Relationship Id="rId5" Type="http://schemas.openxmlformats.org/officeDocument/2006/relationships/image" Target="../media/image183.jpg"/><Relationship Id="rId6" Type="http://schemas.openxmlformats.org/officeDocument/2006/relationships/image" Target="../media/image184.jpg"/><Relationship Id="rId7" Type="http://schemas.openxmlformats.org/officeDocument/2006/relationships/image" Target="../media/image185.jpg"/><Relationship Id="rId8" Type="http://schemas.openxmlformats.org/officeDocument/2006/relationships/image" Target="../media/image186.jpg"/><Relationship Id="rId9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jpg"/><Relationship Id="rId3" Type="http://schemas.openxmlformats.org/officeDocument/2006/relationships/image" Target="../media/image188.jpg"/><Relationship Id="rId4" Type="http://schemas.openxmlformats.org/officeDocument/2006/relationships/image" Target="../media/image189.jpg"/><Relationship Id="rId5" Type="http://schemas.openxmlformats.org/officeDocument/2006/relationships/image" Target="../media/image190.jpg"/><Relationship Id="rId6" Type="http://schemas.openxmlformats.org/officeDocument/2006/relationships/image" Target="../media/image191.jpg"/><Relationship Id="rId7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jpg"/><Relationship Id="rId3" Type="http://schemas.openxmlformats.org/officeDocument/2006/relationships/image" Target="../media/image193.jpg"/><Relationship Id="rId4" Type="http://schemas.openxmlformats.org/officeDocument/2006/relationships/image" Target="../media/image194.jpg"/><Relationship Id="rId5" Type="http://schemas.openxmlformats.org/officeDocument/2006/relationships/image" Target="../media/image195.jpg"/><Relationship Id="rId6" Type="http://schemas.openxmlformats.org/officeDocument/2006/relationships/image" Target="../media/image196.jpg"/><Relationship Id="rId7" Type="http://schemas.openxmlformats.org/officeDocument/2006/relationships/image" Target="../media/image197.jpg"/><Relationship Id="rId8" Type="http://schemas.openxmlformats.org/officeDocument/2006/relationships/image" Target="../media/image198.jpg"/><Relationship Id="rId9" Type="http://schemas.openxmlformats.org/officeDocument/2006/relationships/image" Target="../media/image199.jpg"/><Relationship Id="rId10" Type="http://schemas.openxmlformats.org/officeDocument/2006/relationships/image" Target="../media/image200.jpg"/><Relationship Id="rId11" Type="http://schemas.openxmlformats.org/officeDocument/2006/relationships/image" Target="../media/image201.jpg"/><Relationship Id="rId12" Type="http://schemas.openxmlformats.org/officeDocument/2006/relationships/image" Target="../media/image202.jpg"/><Relationship Id="rId13" Type="http://schemas.openxmlformats.org/officeDocument/2006/relationships/image" Target="../media/image203.jpg"/><Relationship Id="rId14" Type="http://schemas.openxmlformats.org/officeDocument/2006/relationships/image" Target="../media/image204.jpg"/><Relationship Id="rId1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jpg"/><Relationship Id="rId3" Type="http://schemas.openxmlformats.org/officeDocument/2006/relationships/image" Target="../media/image206.jpg"/><Relationship Id="rId4" Type="http://schemas.openxmlformats.org/officeDocument/2006/relationships/image" Target="../media/image207.jpg"/><Relationship Id="rId5" Type="http://schemas.openxmlformats.org/officeDocument/2006/relationships/image" Target="../media/image208.jpg"/><Relationship Id="rId6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jpg"/><Relationship Id="rId3" Type="http://schemas.openxmlformats.org/officeDocument/2006/relationships/image" Target="../media/image211.jpg"/><Relationship Id="rId4" Type="http://schemas.openxmlformats.org/officeDocument/2006/relationships/image" Target="../media/image212.jpg"/><Relationship Id="rId5" Type="http://schemas.openxmlformats.org/officeDocument/2006/relationships/image" Target="../media/image213.jpg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jpg"/><Relationship Id="rId3" Type="http://schemas.openxmlformats.org/officeDocument/2006/relationships/image" Target="../media/image215.jpg"/><Relationship Id="rId4" Type="http://schemas.openxmlformats.org/officeDocument/2006/relationships/image" Target="../media/image216.jpg"/><Relationship Id="rId5" Type="http://schemas.openxmlformats.org/officeDocument/2006/relationships/image" Target="../media/image217.jpg"/><Relationship Id="rId6" Type="http://schemas.openxmlformats.org/officeDocument/2006/relationships/image" Target="../media/image218.jpg"/><Relationship Id="rId7" Type="http://schemas.openxmlformats.org/officeDocument/2006/relationships/image" Target="../media/image219.jpg"/><Relationship Id="rId8" Type="http://schemas.openxmlformats.org/officeDocument/2006/relationships/image" Target="../media/image220.jpg"/><Relationship Id="rId9" Type="http://schemas.openxmlformats.org/officeDocument/2006/relationships/image" Target="../media/image221.jpg"/><Relationship Id="rId10" Type="http://schemas.openxmlformats.org/officeDocument/2006/relationships/image" Target="../media/image222.jpg"/><Relationship Id="rId11" Type="http://schemas.openxmlformats.org/officeDocument/2006/relationships/image" Target="../media/image223.jpg"/><Relationship Id="rId1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jpg"/><Relationship Id="rId3" Type="http://schemas.openxmlformats.org/officeDocument/2006/relationships/image" Target="../media/image225.jpg"/><Relationship Id="rId4" Type="http://schemas.openxmlformats.org/officeDocument/2006/relationships/image" Target="../media/image226.jpg"/><Relationship Id="rId5" Type="http://schemas.openxmlformats.org/officeDocument/2006/relationships/image" Target="../media/image227.jpg"/><Relationship Id="rId6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jpg"/><Relationship Id="rId3" Type="http://schemas.openxmlformats.org/officeDocument/2006/relationships/image" Target="../media/image229.jp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jpg"/><Relationship Id="rId3" Type="http://schemas.openxmlformats.org/officeDocument/2006/relationships/image" Target="../media/image231.jpg"/><Relationship Id="rId4" Type="http://schemas.openxmlformats.org/officeDocument/2006/relationships/image" Target="../media/image232.jpg"/><Relationship Id="rId5" Type="http://schemas.openxmlformats.org/officeDocument/2006/relationships/image" Target="../media/image233.jpg"/><Relationship Id="rId6" Type="http://schemas.openxmlformats.org/officeDocument/2006/relationships/image" Target="../media/image234.jpg"/><Relationship Id="rId7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jpg"/><Relationship Id="rId3" Type="http://schemas.openxmlformats.org/officeDocument/2006/relationships/image" Target="../media/image236.jpg"/><Relationship Id="rId4" Type="http://schemas.openxmlformats.org/officeDocument/2006/relationships/image" Target="../media/image237.jpg"/><Relationship Id="rId5" Type="http://schemas.openxmlformats.org/officeDocument/2006/relationships/image" Target="../media/image238.jpg"/><Relationship Id="rId6" Type="http://schemas.openxmlformats.org/officeDocument/2006/relationships/image" Target="../media/image239.jpg"/><Relationship Id="rId7" Type="http://schemas.openxmlformats.org/officeDocument/2006/relationships/image" Target="../media/image240.jpg"/><Relationship Id="rId8" Type="http://schemas.openxmlformats.org/officeDocument/2006/relationships/image" Target="../media/image241.jpg"/><Relationship Id="rId9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jpg"/><Relationship Id="rId3" Type="http://schemas.openxmlformats.org/officeDocument/2006/relationships/image" Target="../media/image243.jpg"/><Relationship Id="rId4" Type="http://schemas.openxmlformats.org/officeDocument/2006/relationships/image" Target="../media/image244.jpg"/><Relationship Id="rId5" Type="http://schemas.openxmlformats.org/officeDocument/2006/relationships/image" Target="../media/image245.jpg"/><Relationship Id="rId6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jpg"/><Relationship Id="rId3" Type="http://schemas.openxmlformats.org/officeDocument/2006/relationships/image" Target="../media/image247.jp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1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2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02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02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02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02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02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02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02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0" name="Picture 9" descr="lamina-02-paso-0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1" name="Picture 10" descr="lamina-02-paso-0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2" name="Picture 11" descr="lamina-02-paso-1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3" name="Picture 12" descr="lamina-02-paso-1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2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2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2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3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03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03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03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03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4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04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04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04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04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04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5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05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05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05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05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05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05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05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0" name="Picture 9" descr="lamina-05-paso-0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1" name="Picture 10" descr="lamina-05-paso-0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2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6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06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06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06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06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06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06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06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7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07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07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07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07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07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07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07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0" name="Picture 9" descr="lamina-07-paso-0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1" name="Picture 10" descr="lamina-07-paso-0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2" name="Picture 11" descr="lamina-07-paso-1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3" name="Picture 12" descr="lamina-07-paso-1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4" name="Picture 13" descr="lamina-07-paso-1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5" name="Picture 14" descr="lamina-07-paso-1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6" name="Picture 15" descr="lamina-07-paso-1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2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2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2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08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08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08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08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9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09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09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09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09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10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10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10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10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10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10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10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11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11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11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11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11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11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11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11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12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12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12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12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12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12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12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12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0" name="Picture 9" descr="lamina-12-paso-0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1" name="Picture 10" descr="lamina-12-paso-0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2" name="Picture 11" descr="lamina-12-paso-1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2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2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13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13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13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14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14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14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14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14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15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15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15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15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15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16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16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16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16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17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17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17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17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17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17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17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17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0" name="Picture 9" descr="lamina-17-paso-0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18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18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18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18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19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19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19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19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19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20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20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20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20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20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20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21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21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21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21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21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22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22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22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22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22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23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23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23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24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24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24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24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24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24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24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25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25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25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25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25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25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25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26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26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26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26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26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26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26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26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27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27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27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27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28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28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28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28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28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28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28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28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29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29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29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29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29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29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29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30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30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30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30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30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31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31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31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31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31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31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31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31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0" name="Picture 9" descr="lamina-31-paso-0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1" name="Picture 10" descr="lamina-31-paso-0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2" name="Picture 11" descr="lamina-31-paso-1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3" name="Picture 12" descr="lamina-31-paso-1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4" name="Picture 13" descr="lamina-31-paso-1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2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2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2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32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32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32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32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33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34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34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34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34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35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35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35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35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35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35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35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9" name="Picture 8" descr="lamina-35-paso-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0" name="Picture 9" descr="lamina-35-paso-0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1" name="Picture 10" descr="lamina-35-paso-0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2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36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36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36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36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37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37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38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38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38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38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38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39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39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39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39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 descr="lamina-39-paso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Picture 6" descr="lamina-39-paso-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8" name="Picture 7" descr="lamina-39-paso-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40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40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Picture 3" descr="lamina-40-pas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Picture 4" descr="lamina-40-paso-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41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lamina-41-pas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lamina-42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mina-01-paso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